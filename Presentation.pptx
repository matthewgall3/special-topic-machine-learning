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6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2D6165-9E2A-4F5E-BB77-78C411E7391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4C4090-2164-406D-A672-4076ABE37E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Finds</a:t>
          </a:r>
          <a:r>
            <a:rPr lang="en-US" baseline="0" dirty="0"/>
            <a:t> distribution of parameters</a:t>
          </a:r>
          <a:endParaRPr lang="en-US" dirty="0"/>
        </a:p>
      </dgm:t>
    </dgm:pt>
    <dgm:pt modelId="{193C616E-ACB4-42C5-AAAB-12749188E920}" type="parTrans" cxnId="{754794C0-A8B5-46A5-986B-DEE7D758795E}">
      <dgm:prSet/>
      <dgm:spPr/>
      <dgm:t>
        <a:bodyPr/>
        <a:lstStyle/>
        <a:p>
          <a:endParaRPr lang="en-US"/>
        </a:p>
      </dgm:t>
    </dgm:pt>
    <dgm:pt modelId="{C0F5823B-585A-433B-84F7-526CE9AF1BB5}" type="sibTrans" cxnId="{754794C0-A8B5-46A5-986B-DEE7D758795E}">
      <dgm:prSet/>
      <dgm:spPr/>
      <dgm:t>
        <a:bodyPr/>
        <a:lstStyle/>
        <a:p>
          <a:endParaRPr lang="en-US"/>
        </a:p>
      </dgm:t>
    </dgm:pt>
    <dgm:pt modelId="{4D5B1F4C-68B9-4BB0-9EC8-EC175CF6A0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Slow</a:t>
          </a:r>
        </a:p>
      </dgm:t>
    </dgm:pt>
    <dgm:pt modelId="{AAAB0316-9BA3-4CD4-A677-4F45BEEDC623}" type="parTrans" cxnId="{37FC6FCA-0571-4E7E-B8D9-2FCFFA5B8F6C}">
      <dgm:prSet/>
      <dgm:spPr/>
      <dgm:t>
        <a:bodyPr/>
        <a:lstStyle/>
        <a:p>
          <a:endParaRPr lang="en-US"/>
        </a:p>
      </dgm:t>
    </dgm:pt>
    <dgm:pt modelId="{AF839C39-D1EB-4241-807C-0A8657906BD7}" type="sibTrans" cxnId="{37FC6FCA-0571-4E7E-B8D9-2FCFFA5B8F6C}">
      <dgm:prSet/>
      <dgm:spPr/>
      <dgm:t>
        <a:bodyPr/>
        <a:lstStyle/>
        <a:p>
          <a:endParaRPr lang="en-US"/>
        </a:p>
      </dgm:t>
    </dgm:pt>
    <dgm:pt modelId="{8BB37738-B774-4A82-B09C-3F1F5517AC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Gives </a:t>
          </a:r>
          <a:r>
            <a:rPr lang="en-GB" dirty="0"/>
            <a:t>uncertainty</a:t>
          </a:r>
          <a:endParaRPr lang="en-US" dirty="0"/>
        </a:p>
      </dgm:t>
    </dgm:pt>
    <dgm:pt modelId="{12DB0D1D-CB2E-4692-A01E-3B7B2E912CB2}" type="parTrans" cxnId="{156DFFF5-3A49-4BB3-8D02-430114D88455}">
      <dgm:prSet/>
      <dgm:spPr/>
      <dgm:t>
        <a:bodyPr/>
        <a:lstStyle/>
        <a:p>
          <a:endParaRPr lang="en-US"/>
        </a:p>
      </dgm:t>
    </dgm:pt>
    <dgm:pt modelId="{E58AE318-FEF1-473B-9594-F9B938473FD3}" type="sibTrans" cxnId="{156DFFF5-3A49-4BB3-8D02-430114D88455}">
      <dgm:prSet/>
      <dgm:spPr/>
      <dgm:t>
        <a:bodyPr/>
        <a:lstStyle/>
        <a:p>
          <a:endParaRPr lang="en-US"/>
        </a:p>
      </dgm:t>
    </dgm:pt>
    <dgm:pt modelId="{5F431EC4-1667-4CDD-9FE0-00EF3070E88C}" type="pres">
      <dgm:prSet presAssocID="{7C2D6165-9E2A-4F5E-BB77-78C411E73914}" presName="root" presStyleCnt="0">
        <dgm:presLayoutVars>
          <dgm:dir/>
          <dgm:resizeHandles val="exact"/>
        </dgm:presLayoutVars>
      </dgm:prSet>
      <dgm:spPr/>
    </dgm:pt>
    <dgm:pt modelId="{25FC6C76-59D1-459A-A585-BF3A20F44C96}" type="pres">
      <dgm:prSet presAssocID="{464C4090-2164-406D-A672-4076ABE37ECA}" presName="compNode" presStyleCnt="0"/>
      <dgm:spPr/>
    </dgm:pt>
    <dgm:pt modelId="{0B438776-EA9C-4562-92BF-54E65336322D}" type="pres">
      <dgm:prSet presAssocID="{464C4090-2164-406D-A672-4076ABE37ECA}" presName="bgRect" presStyleLbl="bgShp" presStyleIdx="0" presStyleCnt="3"/>
      <dgm:spPr/>
    </dgm:pt>
    <dgm:pt modelId="{5CB8E78D-9F73-4B1B-9AF4-F1D3E66696D9}" type="pres">
      <dgm:prSet presAssocID="{464C4090-2164-406D-A672-4076ABE37E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rmal Distribution with solid fill"/>
        </a:ext>
      </dgm:extLst>
    </dgm:pt>
    <dgm:pt modelId="{F26EBD9F-A7E8-4DC9-B1EB-47DE7F52E4D5}" type="pres">
      <dgm:prSet presAssocID="{464C4090-2164-406D-A672-4076ABE37ECA}" presName="spaceRect" presStyleCnt="0"/>
      <dgm:spPr/>
    </dgm:pt>
    <dgm:pt modelId="{744CA0FB-1745-4DB1-84B7-1AD3D92F6893}" type="pres">
      <dgm:prSet presAssocID="{464C4090-2164-406D-A672-4076ABE37ECA}" presName="parTx" presStyleLbl="revTx" presStyleIdx="0" presStyleCnt="3">
        <dgm:presLayoutVars>
          <dgm:chMax val="0"/>
          <dgm:chPref val="0"/>
        </dgm:presLayoutVars>
      </dgm:prSet>
      <dgm:spPr/>
    </dgm:pt>
    <dgm:pt modelId="{9FDCDB9F-1572-4AEA-8EF8-0105C67873CA}" type="pres">
      <dgm:prSet presAssocID="{C0F5823B-585A-433B-84F7-526CE9AF1BB5}" presName="sibTrans" presStyleCnt="0"/>
      <dgm:spPr/>
    </dgm:pt>
    <dgm:pt modelId="{C734AAD6-9203-41E3-8F18-BE62C8DDA4D0}" type="pres">
      <dgm:prSet presAssocID="{4D5B1F4C-68B9-4BB0-9EC8-EC175CF6A090}" presName="compNode" presStyleCnt="0"/>
      <dgm:spPr/>
    </dgm:pt>
    <dgm:pt modelId="{438AC842-7F4E-4E97-93F2-B2F893740B9C}" type="pres">
      <dgm:prSet presAssocID="{4D5B1F4C-68B9-4BB0-9EC8-EC175CF6A090}" presName="bgRect" presStyleLbl="bgShp" presStyleIdx="1" presStyleCnt="3"/>
      <dgm:spPr/>
    </dgm:pt>
    <dgm:pt modelId="{42B176F1-B82A-4436-834E-9E0F0F4CAB5B}" type="pres">
      <dgm:prSet presAssocID="{4D5B1F4C-68B9-4BB0-9EC8-EC175CF6A0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loth with solid fill"/>
        </a:ext>
      </dgm:extLst>
    </dgm:pt>
    <dgm:pt modelId="{242BD95B-CBD0-4890-90C2-D05148704412}" type="pres">
      <dgm:prSet presAssocID="{4D5B1F4C-68B9-4BB0-9EC8-EC175CF6A090}" presName="spaceRect" presStyleCnt="0"/>
      <dgm:spPr/>
    </dgm:pt>
    <dgm:pt modelId="{186009A9-A83C-4A9A-8E93-264225309C32}" type="pres">
      <dgm:prSet presAssocID="{4D5B1F4C-68B9-4BB0-9EC8-EC175CF6A090}" presName="parTx" presStyleLbl="revTx" presStyleIdx="1" presStyleCnt="3">
        <dgm:presLayoutVars>
          <dgm:chMax val="0"/>
          <dgm:chPref val="0"/>
        </dgm:presLayoutVars>
      </dgm:prSet>
      <dgm:spPr/>
    </dgm:pt>
    <dgm:pt modelId="{250AD22A-07C7-46FF-AC7F-A40FFB65A598}" type="pres">
      <dgm:prSet presAssocID="{AF839C39-D1EB-4241-807C-0A8657906BD7}" presName="sibTrans" presStyleCnt="0"/>
      <dgm:spPr/>
    </dgm:pt>
    <dgm:pt modelId="{A7440A38-0610-4350-8114-30A4C32C495B}" type="pres">
      <dgm:prSet presAssocID="{8BB37738-B774-4A82-B09C-3F1F5517ACE1}" presName="compNode" presStyleCnt="0"/>
      <dgm:spPr/>
    </dgm:pt>
    <dgm:pt modelId="{40CE8658-A976-4512-911A-1C460F187222}" type="pres">
      <dgm:prSet presAssocID="{8BB37738-B774-4A82-B09C-3F1F5517ACE1}" presName="bgRect" presStyleLbl="bgShp" presStyleIdx="2" presStyleCnt="3"/>
      <dgm:spPr/>
    </dgm:pt>
    <dgm:pt modelId="{E86B9A54-7886-4CCC-A49B-249426618C31}" type="pres">
      <dgm:prSet presAssocID="{8BB37738-B774-4A82-B09C-3F1F5517AC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edle with solid fill"/>
        </a:ext>
      </dgm:extLst>
    </dgm:pt>
    <dgm:pt modelId="{317359ED-044B-43C7-A10C-98FC52430212}" type="pres">
      <dgm:prSet presAssocID="{8BB37738-B774-4A82-B09C-3F1F5517ACE1}" presName="spaceRect" presStyleCnt="0"/>
      <dgm:spPr/>
    </dgm:pt>
    <dgm:pt modelId="{04281CB1-C228-48AC-A027-C98BF853F8D0}" type="pres">
      <dgm:prSet presAssocID="{8BB37738-B774-4A82-B09C-3F1F5517ACE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8F4DC41-5BCB-1A4A-8477-CF0C8A4D2B7C}" type="presOf" srcId="{8BB37738-B774-4A82-B09C-3F1F5517ACE1}" destId="{04281CB1-C228-48AC-A027-C98BF853F8D0}" srcOrd="0" destOrd="0" presId="urn:microsoft.com/office/officeart/2018/2/layout/IconVerticalSolidList"/>
    <dgm:cxn modelId="{9E627948-8C06-4768-A59D-B50D5DB4DAA9}" type="presOf" srcId="{7C2D6165-9E2A-4F5E-BB77-78C411E73914}" destId="{5F431EC4-1667-4CDD-9FE0-00EF3070E88C}" srcOrd="0" destOrd="0" presId="urn:microsoft.com/office/officeart/2018/2/layout/IconVerticalSolidList"/>
    <dgm:cxn modelId="{700C1690-827D-B84F-93BD-4DA24FE35795}" type="presOf" srcId="{464C4090-2164-406D-A672-4076ABE37ECA}" destId="{744CA0FB-1745-4DB1-84B7-1AD3D92F6893}" srcOrd="0" destOrd="0" presId="urn:microsoft.com/office/officeart/2018/2/layout/IconVerticalSolidList"/>
    <dgm:cxn modelId="{754794C0-A8B5-46A5-986B-DEE7D758795E}" srcId="{7C2D6165-9E2A-4F5E-BB77-78C411E73914}" destId="{464C4090-2164-406D-A672-4076ABE37ECA}" srcOrd="0" destOrd="0" parTransId="{193C616E-ACB4-42C5-AAAB-12749188E920}" sibTransId="{C0F5823B-585A-433B-84F7-526CE9AF1BB5}"/>
    <dgm:cxn modelId="{37FC6FCA-0571-4E7E-B8D9-2FCFFA5B8F6C}" srcId="{7C2D6165-9E2A-4F5E-BB77-78C411E73914}" destId="{4D5B1F4C-68B9-4BB0-9EC8-EC175CF6A090}" srcOrd="1" destOrd="0" parTransId="{AAAB0316-9BA3-4CD4-A677-4F45BEEDC623}" sibTransId="{AF839C39-D1EB-4241-807C-0A8657906BD7}"/>
    <dgm:cxn modelId="{E9E5D5CA-E7FE-3B41-9CDC-0E82F5C2C761}" type="presOf" srcId="{4D5B1F4C-68B9-4BB0-9EC8-EC175CF6A090}" destId="{186009A9-A83C-4A9A-8E93-264225309C32}" srcOrd="0" destOrd="0" presId="urn:microsoft.com/office/officeart/2018/2/layout/IconVerticalSolidList"/>
    <dgm:cxn modelId="{156DFFF5-3A49-4BB3-8D02-430114D88455}" srcId="{7C2D6165-9E2A-4F5E-BB77-78C411E73914}" destId="{8BB37738-B774-4A82-B09C-3F1F5517ACE1}" srcOrd="2" destOrd="0" parTransId="{12DB0D1D-CB2E-4692-A01E-3B7B2E912CB2}" sibTransId="{E58AE318-FEF1-473B-9594-F9B938473FD3}"/>
    <dgm:cxn modelId="{6A41926C-EDEA-0348-8336-F6521871F355}" type="presParOf" srcId="{5F431EC4-1667-4CDD-9FE0-00EF3070E88C}" destId="{25FC6C76-59D1-459A-A585-BF3A20F44C96}" srcOrd="0" destOrd="0" presId="urn:microsoft.com/office/officeart/2018/2/layout/IconVerticalSolidList"/>
    <dgm:cxn modelId="{95958689-6C3E-5B42-89A6-9786F949E181}" type="presParOf" srcId="{25FC6C76-59D1-459A-A585-BF3A20F44C96}" destId="{0B438776-EA9C-4562-92BF-54E65336322D}" srcOrd="0" destOrd="0" presId="urn:microsoft.com/office/officeart/2018/2/layout/IconVerticalSolidList"/>
    <dgm:cxn modelId="{1551C58A-E9B7-2A44-8195-C33727515939}" type="presParOf" srcId="{25FC6C76-59D1-459A-A585-BF3A20F44C96}" destId="{5CB8E78D-9F73-4B1B-9AF4-F1D3E66696D9}" srcOrd="1" destOrd="0" presId="urn:microsoft.com/office/officeart/2018/2/layout/IconVerticalSolidList"/>
    <dgm:cxn modelId="{BC1093FF-A63F-E942-A1A5-02DE70A63A48}" type="presParOf" srcId="{25FC6C76-59D1-459A-A585-BF3A20F44C96}" destId="{F26EBD9F-A7E8-4DC9-B1EB-47DE7F52E4D5}" srcOrd="2" destOrd="0" presId="urn:microsoft.com/office/officeart/2018/2/layout/IconVerticalSolidList"/>
    <dgm:cxn modelId="{71529910-9B8B-2847-ABEE-3928F289226E}" type="presParOf" srcId="{25FC6C76-59D1-459A-A585-BF3A20F44C96}" destId="{744CA0FB-1745-4DB1-84B7-1AD3D92F6893}" srcOrd="3" destOrd="0" presId="urn:microsoft.com/office/officeart/2018/2/layout/IconVerticalSolidList"/>
    <dgm:cxn modelId="{C285A9B5-CC77-E14E-8FA3-F468349827A1}" type="presParOf" srcId="{5F431EC4-1667-4CDD-9FE0-00EF3070E88C}" destId="{9FDCDB9F-1572-4AEA-8EF8-0105C67873CA}" srcOrd="1" destOrd="0" presId="urn:microsoft.com/office/officeart/2018/2/layout/IconVerticalSolidList"/>
    <dgm:cxn modelId="{ED055871-FFA6-0144-A55A-0DC777AB8BBA}" type="presParOf" srcId="{5F431EC4-1667-4CDD-9FE0-00EF3070E88C}" destId="{C734AAD6-9203-41E3-8F18-BE62C8DDA4D0}" srcOrd="2" destOrd="0" presId="urn:microsoft.com/office/officeart/2018/2/layout/IconVerticalSolidList"/>
    <dgm:cxn modelId="{10F4378F-F6F8-4348-A0A7-3B36FF074AFB}" type="presParOf" srcId="{C734AAD6-9203-41E3-8F18-BE62C8DDA4D0}" destId="{438AC842-7F4E-4E97-93F2-B2F893740B9C}" srcOrd="0" destOrd="0" presId="urn:microsoft.com/office/officeart/2018/2/layout/IconVerticalSolidList"/>
    <dgm:cxn modelId="{4FEB03C4-0880-E047-A75C-0A22E4F40E26}" type="presParOf" srcId="{C734AAD6-9203-41E3-8F18-BE62C8DDA4D0}" destId="{42B176F1-B82A-4436-834E-9E0F0F4CAB5B}" srcOrd="1" destOrd="0" presId="urn:microsoft.com/office/officeart/2018/2/layout/IconVerticalSolidList"/>
    <dgm:cxn modelId="{6ADF9D3F-06BB-6349-880F-865FD7A4A7B9}" type="presParOf" srcId="{C734AAD6-9203-41E3-8F18-BE62C8DDA4D0}" destId="{242BD95B-CBD0-4890-90C2-D05148704412}" srcOrd="2" destOrd="0" presId="urn:microsoft.com/office/officeart/2018/2/layout/IconVerticalSolidList"/>
    <dgm:cxn modelId="{3F881D46-2155-EF45-8209-CE314BC43475}" type="presParOf" srcId="{C734AAD6-9203-41E3-8F18-BE62C8DDA4D0}" destId="{186009A9-A83C-4A9A-8E93-264225309C32}" srcOrd="3" destOrd="0" presId="urn:microsoft.com/office/officeart/2018/2/layout/IconVerticalSolidList"/>
    <dgm:cxn modelId="{F408B17A-90F7-BD48-B622-E55561018EE0}" type="presParOf" srcId="{5F431EC4-1667-4CDD-9FE0-00EF3070E88C}" destId="{250AD22A-07C7-46FF-AC7F-A40FFB65A598}" srcOrd="3" destOrd="0" presId="urn:microsoft.com/office/officeart/2018/2/layout/IconVerticalSolidList"/>
    <dgm:cxn modelId="{C643F6F7-2BF0-5249-8D36-8C1B08DD7EB0}" type="presParOf" srcId="{5F431EC4-1667-4CDD-9FE0-00EF3070E88C}" destId="{A7440A38-0610-4350-8114-30A4C32C495B}" srcOrd="4" destOrd="0" presId="urn:microsoft.com/office/officeart/2018/2/layout/IconVerticalSolidList"/>
    <dgm:cxn modelId="{256F7E16-5C41-A545-B5F5-F277139FCDBA}" type="presParOf" srcId="{A7440A38-0610-4350-8114-30A4C32C495B}" destId="{40CE8658-A976-4512-911A-1C460F187222}" srcOrd="0" destOrd="0" presId="urn:microsoft.com/office/officeart/2018/2/layout/IconVerticalSolidList"/>
    <dgm:cxn modelId="{D38A93ED-612A-C349-9F44-07E30EFCE628}" type="presParOf" srcId="{A7440A38-0610-4350-8114-30A4C32C495B}" destId="{E86B9A54-7886-4CCC-A49B-249426618C31}" srcOrd="1" destOrd="0" presId="urn:microsoft.com/office/officeart/2018/2/layout/IconVerticalSolidList"/>
    <dgm:cxn modelId="{24D8B88B-FC21-3B4B-B64A-BF3E6ABF5C94}" type="presParOf" srcId="{A7440A38-0610-4350-8114-30A4C32C495B}" destId="{317359ED-044B-43C7-A10C-98FC52430212}" srcOrd="2" destOrd="0" presId="urn:microsoft.com/office/officeart/2018/2/layout/IconVerticalSolidList"/>
    <dgm:cxn modelId="{AB111081-66A6-0A4C-8352-5F35FE5B6680}" type="presParOf" srcId="{A7440A38-0610-4350-8114-30A4C32C495B}" destId="{04281CB1-C228-48AC-A027-C98BF853F8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2D6165-9E2A-4F5E-BB77-78C411E7391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4C4090-2164-406D-A672-4076ABE37E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Optimizes to find one parameter</a:t>
          </a:r>
        </a:p>
      </dgm:t>
    </dgm:pt>
    <dgm:pt modelId="{193C616E-ACB4-42C5-AAAB-12749188E920}" type="parTrans" cxnId="{754794C0-A8B5-46A5-986B-DEE7D758795E}">
      <dgm:prSet/>
      <dgm:spPr/>
      <dgm:t>
        <a:bodyPr/>
        <a:lstStyle/>
        <a:p>
          <a:endParaRPr lang="en-US"/>
        </a:p>
      </dgm:t>
    </dgm:pt>
    <dgm:pt modelId="{C0F5823B-585A-433B-84F7-526CE9AF1BB5}" type="sibTrans" cxnId="{754794C0-A8B5-46A5-986B-DEE7D758795E}">
      <dgm:prSet/>
      <dgm:spPr/>
      <dgm:t>
        <a:bodyPr/>
        <a:lstStyle/>
        <a:p>
          <a:endParaRPr lang="en-US"/>
        </a:p>
      </dgm:t>
    </dgm:pt>
    <dgm:pt modelId="{4D5B1F4C-68B9-4BB0-9EC8-EC175CF6A0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Fast</a:t>
          </a:r>
        </a:p>
      </dgm:t>
    </dgm:pt>
    <dgm:pt modelId="{AAAB0316-9BA3-4CD4-A677-4F45BEEDC623}" type="parTrans" cxnId="{37FC6FCA-0571-4E7E-B8D9-2FCFFA5B8F6C}">
      <dgm:prSet/>
      <dgm:spPr/>
      <dgm:t>
        <a:bodyPr/>
        <a:lstStyle/>
        <a:p>
          <a:endParaRPr lang="en-US"/>
        </a:p>
      </dgm:t>
    </dgm:pt>
    <dgm:pt modelId="{AF839C39-D1EB-4241-807C-0A8657906BD7}" type="sibTrans" cxnId="{37FC6FCA-0571-4E7E-B8D9-2FCFFA5B8F6C}">
      <dgm:prSet/>
      <dgm:spPr/>
      <dgm:t>
        <a:bodyPr/>
        <a:lstStyle/>
        <a:p>
          <a:endParaRPr lang="en-US"/>
        </a:p>
      </dgm:t>
    </dgm:pt>
    <dgm:pt modelId="{8BB37738-B774-4A82-B09C-3F1F5517AC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Overconfident in predictions</a:t>
          </a:r>
        </a:p>
      </dgm:t>
    </dgm:pt>
    <dgm:pt modelId="{12DB0D1D-CB2E-4692-A01E-3B7B2E912CB2}" type="parTrans" cxnId="{156DFFF5-3A49-4BB3-8D02-430114D88455}">
      <dgm:prSet/>
      <dgm:spPr/>
      <dgm:t>
        <a:bodyPr/>
        <a:lstStyle/>
        <a:p>
          <a:endParaRPr lang="en-US"/>
        </a:p>
      </dgm:t>
    </dgm:pt>
    <dgm:pt modelId="{E58AE318-FEF1-473B-9594-F9B938473FD3}" type="sibTrans" cxnId="{156DFFF5-3A49-4BB3-8D02-430114D88455}">
      <dgm:prSet/>
      <dgm:spPr/>
      <dgm:t>
        <a:bodyPr/>
        <a:lstStyle/>
        <a:p>
          <a:endParaRPr lang="en-US"/>
        </a:p>
      </dgm:t>
    </dgm:pt>
    <dgm:pt modelId="{5F431EC4-1667-4CDD-9FE0-00EF3070E88C}" type="pres">
      <dgm:prSet presAssocID="{7C2D6165-9E2A-4F5E-BB77-78C411E73914}" presName="root" presStyleCnt="0">
        <dgm:presLayoutVars>
          <dgm:dir/>
          <dgm:resizeHandles val="exact"/>
        </dgm:presLayoutVars>
      </dgm:prSet>
      <dgm:spPr/>
    </dgm:pt>
    <dgm:pt modelId="{25FC6C76-59D1-459A-A585-BF3A20F44C96}" type="pres">
      <dgm:prSet presAssocID="{464C4090-2164-406D-A672-4076ABE37ECA}" presName="compNode" presStyleCnt="0"/>
      <dgm:spPr/>
    </dgm:pt>
    <dgm:pt modelId="{0B438776-EA9C-4562-92BF-54E65336322D}" type="pres">
      <dgm:prSet presAssocID="{464C4090-2164-406D-A672-4076ABE37ECA}" presName="bgRect" presStyleLbl="bgShp" presStyleIdx="0" presStyleCnt="3" custLinFactNeighborX="10049" custLinFactNeighborY="2593"/>
      <dgm:spPr/>
    </dgm:pt>
    <dgm:pt modelId="{5CB8E78D-9F73-4B1B-9AF4-F1D3E66696D9}" type="pres">
      <dgm:prSet presAssocID="{464C4090-2164-406D-A672-4076ABE37E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26EBD9F-A7E8-4DC9-B1EB-47DE7F52E4D5}" type="pres">
      <dgm:prSet presAssocID="{464C4090-2164-406D-A672-4076ABE37ECA}" presName="spaceRect" presStyleCnt="0"/>
      <dgm:spPr/>
    </dgm:pt>
    <dgm:pt modelId="{744CA0FB-1745-4DB1-84B7-1AD3D92F6893}" type="pres">
      <dgm:prSet presAssocID="{464C4090-2164-406D-A672-4076ABE37ECA}" presName="parTx" presStyleLbl="revTx" presStyleIdx="0" presStyleCnt="3">
        <dgm:presLayoutVars>
          <dgm:chMax val="0"/>
          <dgm:chPref val="0"/>
        </dgm:presLayoutVars>
      </dgm:prSet>
      <dgm:spPr/>
    </dgm:pt>
    <dgm:pt modelId="{9FDCDB9F-1572-4AEA-8EF8-0105C67873CA}" type="pres">
      <dgm:prSet presAssocID="{C0F5823B-585A-433B-84F7-526CE9AF1BB5}" presName="sibTrans" presStyleCnt="0"/>
      <dgm:spPr/>
    </dgm:pt>
    <dgm:pt modelId="{C734AAD6-9203-41E3-8F18-BE62C8DDA4D0}" type="pres">
      <dgm:prSet presAssocID="{4D5B1F4C-68B9-4BB0-9EC8-EC175CF6A090}" presName="compNode" presStyleCnt="0"/>
      <dgm:spPr/>
    </dgm:pt>
    <dgm:pt modelId="{438AC842-7F4E-4E97-93F2-B2F893740B9C}" type="pres">
      <dgm:prSet presAssocID="{4D5B1F4C-68B9-4BB0-9EC8-EC175CF6A090}" presName="bgRect" presStyleLbl="bgShp" presStyleIdx="1" presStyleCnt="3"/>
      <dgm:spPr/>
    </dgm:pt>
    <dgm:pt modelId="{42B176F1-B82A-4436-834E-9E0F0F4CAB5B}" type="pres">
      <dgm:prSet presAssocID="{4D5B1F4C-68B9-4BB0-9EC8-EC175CF6A0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bbit"/>
        </a:ext>
      </dgm:extLst>
    </dgm:pt>
    <dgm:pt modelId="{242BD95B-CBD0-4890-90C2-D05148704412}" type="pres">
      <dgm:prSet presAssocID="{4D5B1F4C-68B9-4BB0-9EC8-EC175CF6A090}" presName="spaceRect" presStyleCnt="0"/>
      <dgm:spPr/>
    </dgm:pt>
    <dgm:pt modelId="{186009A9-A83C-4A9A-8E93-264225309C32}" type="pres">
      <dgm:prSet presAssocID="{4D5B1F4C-68B9-4BB0-9EC8-EC175CF6A090}" presName="parTx" presStyleLbl="revTx" presStyleIdx="1" presStyleCnt="3">
        <dgm:presLayoutVars>
          <dgm:chMax val="0"/>
          <dgm:chPref val="0"/>
        </dgm:presLayoutVars>
      </dgm:prSet>
      <dgm:spPr/>
    </dgm:pt>
    <dgm:pt modelId="{250AD22A-07C7-46FF-AC7F-A40FFB65A598}" type="pres">
      <dgm:prSet presAssocID="{AF839C39-D1EB-4241-807C-0A8657906BD7}" presName="sibTrans" presStyleCnt="0"/>
      <dgm:spPr/>
    </dgm:pt>
    <dgm:pt modelId="{A7440A38-0610-4350-8114-30A4C32C495B}" type="pres">
      <dgm:prSet presAssocID="{8BB37738-B774-4A82-B09C-3F1F5517ACE1}" presName="compNode" presStyleCnt="0"/>
      <dgm:spPr/>
    </dgm:pt>
    <dgm:pt modelId="{40CE8658-A976-4512-911A-1C460F187222}" type="pres">
      <dgm:prSet presAssocID="{8BB37738-B774-4A82-B09C-3F1F5517ACE1}" presName="bgRect" presStyleLbl="bgShp" presStyleIdx="2" presStyleCnt="3"/>
      <dgm:spPr/>
    </dgm:pt>
    <dgm:pt modelId="{E86B9A54-7886-4CCC-A49B-249426618C31}" type="pres">
      <dgm:prSet presAssocID="{8BB37738-B774-4A82-B09C-3F1F5517AC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ilt/Cracked Glass Of Milk with solid fill"/>
        </a:ext>
      </dgm:extLst>
    </dgm:pt>
    <dgm:pt modelId="{317359ED-044B-43C7-A10C-98FC52430212}" type="pres">
      <dgm:prSet presAssocID="{8BB37738-B774-4A82-B09C-3F1F5517ACE1}" presName="spaceRect" presStyleCnt="0"/>
      <dgm:spPr/>
    </dgm:pt>
    <dgm:pt modelId="{04281CB1-C228-48AC-A027-C98BF853F8D0}" type="pres">
      <dgm:prSet presAssocID="{8BB37738-B774-4A82-B09C-3F1F5517ACE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E627948-8C06-4768-A59D-B50D5DB4DAA9}" type="presOf" srcId="{7C2D6165-9E2A-4F5E-BB77-78C411E73914}" destId="{5F431EC4-1667-4CDD-9FE0-00EF3070E88C}" srcOrd="0" destOrd="0" presId="urn:microsoft.com/office/officeart/2018/2/layout/IconVerticalSolidList"/>
    <dgm:cxn modelId="{14924D4B-ED95-490B-9A0A-CA281D50827B}" type="presOf" srcId="{8BB37738-B774-4A82-B09C-3F1F5517ACE1}" destId="{04281CB1-C228-48AC-A027-C98BF853F8D0}" srcOrd="0" destOrd="0" presId="urn:microsoft.com/office/officeart/2018/2/layout/IconVerticalSolidList"/>
    <dgm:cxn modelId="{13322ABB-B2C9-4F61-95BD-7FCA9EE6E089}" type="presOf" srcId="{464C4090-2164-406D-A672-4076ABE37ECA}" destId="{744CA0FB-1745-4DB1-84B7-1AD3D92F6893}" srcOrd="0" destOrd="0" presId="urn:microsoft.com/office/officeart/2018/2/layout/IconVerticalSolidList"/>
    <dgm:cxn modelId="{754794C0-A8B5-46A5-986B-DEE7D758795E}" srcId="{7C2D6165-9E2A-4F5E-BB77-78C411E73914}" destId="{464C4090-2164-406D-A672-4076ABE37ECA}" srcOrd="0" destOrd="0" parTransId="{193C616E-ACB4-42C5-AAAB-12749188E920}" sibTransId="{C0F5823B-585A-433B-84F7-526CE9AF1BB5}"/>
    <dgm:cxn modelId="{627322CA-E660-4B3A-A645-CFE73EEA4B0B}" type="presOf" srcId="{4D5B1F4C-68B9-4BB0-9EC8-EC175CF6A090}" destId="{186009A9-A83C-4A9A-8E93-264225309C32}" srcOrd="0" destOrd="0" presId="urn:microsoft.com/office/officeart/2018/2/layout/IconVerticalSolidList"/>
    <dgm:cxn modelId="{37FC6FCA-0571-4E7E-B8D9-2FCFFA5B8F6C}" srcId="{7C2D6165-9E2A-4F5E-BB77-78C411E73914}" destId="{4D5B1F4C-68B9-4BB0-9EC8-EC175CF6A090}" srcOrd="1" destOrd="0" parTransId="{AAAB0316-9BA3-4CD4-A677-4F45BEEDC623}" sibTransId="{AF839C39-D1EB-4241-807C-0A8657906BD7}"/>
    <dgm:cxn modelId="{156DFFF5-3A49-4BB3-8D02-430114D88455}" srcId="{7C2D6165-9E2A-4F5E-BB77-78C411E73914}" destId="{8BB37738-B774-4A82-B09C-3F1F5517ACE1}" srcOrd="2" destOrd="0" parTransId="{12DB0D1D-CB2E-4692-A01E-3B7B2E912CB2}" sibTransId="{E58AE318-FEF1-473B-9594-F9B938473FD3}"/>
    <dgm:cxn modelId="{FB09CCCD-7F2D-4B23-A5D1-C99841E4EC2A}" type="presParOf" srcId="{5F431EC4-1667-4CDD-9FE0-00EF3070E88C}" destId="{25FC6C76-59D1-459A-A585-BF3A20F44C96}" srcOrd="0" destOrd="0" presId="urn:microsoft.com/office/officeart/2018/2/layout/IconVerticalSolidList"/>
    <dgm:cxn modelId="{15C70D64-1D4C-42BD-8096-A1AD4A3DBA3C}" type="presParOf" srcId="{25FC6C76-59D1-459A-A585-BF3A20F44C96}" destId="{0B438776-EA9C-4562-92BF-54E65336322D}" srcOrd="0" destOrd="0" presId="urn:microsoft.com/office/officeart/2018/2/layout/IconVerticalSolidList"/>
    <dgm:cxn modelId="{4947144A-901C-4C1C-980A-55CF58C3E6EE}" type="presParOf" srcId="{25FC6C76-59D1-459A-A585-BF3A20F44C96}" destId="{5CB8E78D-9F73-4B1B-9AF4-F1D3E66696D9}" srcOrd="1" destOrd="0" presId="urn:microsoft.com/office/officeart/2018/2/layout/IconVerticalSolidList"/>
    <dgm:cxn modelId="{3DCA993D-2877-4652-ABFE-51099C7AA809}" type="presParOf" srcId="{25FC6C76-59D1-459A-A585-BF3A20F44C96}" destId="{F26EBD9F-A7E8-4DC9-B1EB-47DE7F52E4D5}" srcOrd="2" destOrd="0" presId="urn:microsoft.com/office/officeart/2018/2/layout/IconVerticalSolidList"/>
    <dgm:cxn modelId="{6133BBB9-0DCC-4D7E-8B07-35108651D385}" type="presParOf" srcId="{25FC6C76-59D1-459A-A585-BF3A20F44C96}" destId="{744CA0FB-1745-4DB1-84B7-1AD3D92F6893}" srcOrd="3" destOrd="0" presId="urn:microsoft.com/office/officeart/2018/2/layout/IconVerticalSolidList"/>
    <dgm:cxn modelId="{F6483E9F-982D-4E14-930E-0B74E8A4D70E}" type="presParOf" srcId="{5F431EC4-1667-4CDD-9FE0-00EF3070E88C}" destId="{9FDCDB9F-1572-4AEA-8EF8-0105C67873CA}" srcOrd="1" destOrd="0" presId="urn:microsoft.com/office/officeart/2018/2/layout/IconVerticalSolidList"/>
    <dgm:cxn modelId="{F9D2DFA3-C5F5-4A6F-BFB1-684989AD4C72}" type="presParOf" srcId="{5F431EC4-1667-4CDD-9FE0-00EF3070E88C}" destId="{C734AAD6-9203-41E3-8F18-BE62C8DDA4D0}" srcOrd="2" destOrd="0" presId="urn:microsoft.com/office/officeart/2018/2/layout/IconVerticalSolidList"/>
    <dgm:cxn modelId="{F592301D-07F9-4A88-8916-B592650104DE}" type="presParOf" srcId="{C734AAD6-9203-41E3-8F18-BE62C8DDA4D0}" destId="{438AC842-7F4E-4E97-93F2-B2F893740B9C}" srcOrd="0" destOrd="0" presId="urn:microsoft.com/office/officeart/2018/2/layout/IconVerticalSolidList"/>
    <dgm:cxn modelId="{7C931700-8EC6-416B-95B5-A1007D0A855E}" type="presParOf" srcId="{C734AAD6-9203-41E3-8F18-BE62C8DDA4D0}" destId="{42B176F1-B82A-4436-834E-9E0F0F4CAB5B}" srcOrd="1" destOrd="0" presId="urn:microsoft.com/office/officeart/2018/2/layout/IconVerticalSolidList"/>
    <dgm:cxn modelId="{AF0B3486-BC8C-4F42-A35B-D3A99C238ABC}" type="presParOf" srcId="{C734AAD6-9203-41E3-8F18-BE62C8DDA4D0}" destId="{242BD95B-CBD0-4890-90C2-D05148704412}" srcOrd="2" destOrd="0" presId="urn:microsoft.com/office/officeart/2018/2/layout/IconVerticalSolidList"/>
    <dgm:cxn modelId="{BA177D23-22CF-460C-8E4F-A8ADEE8049E3}" type="presParOf" srcId="{C734AAD6-9203-41E3-8F18-BE62C8DDA4D0}" destId="{186009A9-A83C-4A9A-8E93-264225309C32}" srcOrd="3" destOrd="0" presId="urn:microsoft.com/office/officeart/2018/2/layout/IconVerticalSolidList"/>
    <dgm:cxn modelId="{91868077-4CAF-460F-8328-E16519C966BB}" type="presParOf" srcId="{5F431EC4-1667-4CDD-9FE0-00EF3070E88C}" destId="{250AD22A-07C7-46FF-AC7F-A40FFB65A598}" srcOrd="3" destOrd="0" presId="urn:microsoft.com/office/officeart/2018/2/layout/IconVerticalSolidList"/>
    <dgm:cxn modelId="{10105B52-BD0C-445E-8AFE-6A897142C8D4}" type="presParOf" srcId="{5F431EC4-1667-4CDD-9FE0-00EF3070E88C}" destId="{A7440A38-0610-4350-8114-30A4C32C495B}" srcOrd="4" destOrd="0" presId="urn:microsoft.com/office/officeart/2018/2/layout/IconVerticalSolidList"/>
    <dgm:cxn modelId="{B676771A-CA0B-47EB-94CA-B714F500BE3F}" type="presParOf" srcId="{A7440A38-0610-4350-8114-30A4C32C495B}" destId="{40CE8658-A976-4512-911A-1C460F187222}" srcOrd="0" destOrd="0" presId="urn:microsoft.com/office/officeart/2018/2/layout/IconVerticalSolidList"/>
    <dgm:cxn modelId="{2344CDA3-342C-4E2D-B182-2D00272EF0E9}" type="presParOf" srcId="{A7440A38-0610-4350-8114-30A4C32C495B}" destId="{E86B9A54-7886-4CCC-A49B-249426618C31}" srcOrd="1" destOrd="0" presId="urn:microsoft.com/office/officeart/2018/2/layout/IconVerticalSolidList"/>
    <dgm:cxn modelId="{61EDFA65-22A7-4542-A86A-5E555FAB4404}" type="presParOf" srcId="{A7440A38-0610-4350-8114-30A4C32C495B}" destId="{317359ED-044B-43C7-A10C-98FC52430212}" srcOrd="2" destOrd="0" presId="urn:microsoft.com/office/officeart/2018/2/layout/IconVerticalSolidList"/>
    <dgm:cxn modelId="{0825E042-B54F-430D-A977-25664E43A46F}" type="presParOf" srcId="{A7440A38-0610-4350-8114-30A4C32C495B}" destId="{04281CB1-C228-48AC-A027-C98BF853F8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438776-EA9C-4562-92BF-54E65336322D}">
      <dsp:nvSpPr>
        <dsp:cNvPr id="0" name=""/>
        <dsp:cNvSpPr/>
      </dsp:nvSpPr>
      <dsp:spPr>
        <a:xfrm>
          <a:off x="0" y="479"/>
          <a:ext cx="5716172" cy="11216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B8E78D-9F73-4B1B-9AF4-F1D3E66696D9}">
      <dsp:nvSpPr>
        <dsp:cNvPr id="0" name=""/>
        <dsp:cNvSpPr/>
      </dsp:nvSpPr>
      <dsp:spPr>
        <a:xfrm>
          <a:off x="339296" y="252848"/>
          <a:ext cx="616902" cy="6169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CA0FB-1745-4DB1-84B7-1AD3D92F6893}">
      <dsp:nvSpPr>
        <dsp:cNvPr id="0" name=""/>
        <dsp:cNvSpPr/>
      </dsp:nvSpPr>
      <dsp:spPr>
        <a:xfrm>
          <a:off x="1295494" y="479"/>
          <a:ext cx="4420677" cy="11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07" tIns="118707" rIns="118707" bIns="11870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Finds</a:t>
          </a:r>
          <a:r>
            <a:rPr lang="en-US" sz="2500" kern="1200" baseline="0" dirty="0"/>
            <a:t> distribution of parameters</a:t>
          </a:r>
          <a:endParaRPr lang="en-US" sz="2500" kern="1200" dirty="0"/>
        </a:p>
      </dsp:txBody>
      <dsp:txXfrm>
        <a:off x="1295494" y="479"/>
        <a:ext cx="4420677" cy="1121640"/>
      </dsp:txXfrm>
    </dsp:sp>
    <dsp:sp modelId="{438AC842-7F4E-4E97-93F2-B2F893740B9C}">
      <dsp:nvSpPr>
        <dsp:cNvPr id="0" name=""/>
        <dsp:cNvSpPr/>
      </dsp:nvSpPr>
      <dsp:spPr>
        <a:xfrm>
          <a:off x="0" y="1402529"/>
          <a:ext cx="5716172" cy="11216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176F1-B82A-4436-834E-9E0F0F4CAB5B}">
      <dsp:nvSpPr>
        <dsp:cNvPr id="0" name=""/>
        <dsp:cNvSpPr/>
      </dsp:nvSpPr>
      <dsp:spPr>
        <a:xfrm>
          <a:off x="339296" y="1654898"/>
          <a:ext cx="616902" cy="6169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009A9-A83C-4A9A-8E93-264225309C32}">
      <dsp:nvSpPr>
        <dsp:cNvPr id="0" name=""/>
        <dsp:cNvSpPr/>
      </dsp:nvSpPr>
      <dsp:spPr>
        <a:xfrm>
          <a:off x="1295494" y="1402529"/>
          <a:ext cx="4420677" cy="11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07" tIns="118707" rIns="118707" bIns="11870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Slow</a:t>
          </a:r>
        </a:p>
      </dsp:txBody>
      <dsp:txXfrm>
        <a:off x="1295494" y="1402529"/>
        <a:ext cx="4420677" cy="1121640"/>
      </dsp:txXfrm>
    </dsp:sp>
    <dsp:sp modelId="{40CE8658-A976-4512-911A-1C460F187222}">
      <dsp:nvSpPr>
        <dsp:cNvPr id="0" name=""/>
        <dsp:cNvSpPr/>
      </dsp:nvSpPr>
      <dsp:spPr>
        <a:xfrm>
          <a:off x="0" y="2804579"/>
          <a:ext cx="5716172" cy="11216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6B9A54-7886-4CCC-A49B-249426618C31}">
      <dsp:nvSpPr>
        <dsp:cNvPr id="0" name=""/>
        <dsp:cNvSpPr/>
      </dsp:nvSpPr>
      <dsp:spPr>
        <a:xfrm>
          <a:off x="339296" y="3056948"/>
          <a:ext cx="616902" cy="6169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81CB1-C228-48AC-A027-C98BF853F8D0}">
      <dsp:nvSpPr>
        <dsp:cNvPr id="0" name=""/>
        <dsp:cNvSpPr/>
      </dsp:nvSpPr>
      <dsp:spPr>
        <a:xfrm>
          <a:off x="1295494" y="2804579"/>
          <a:ext cx="4420677" cy="11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07" tIns="118707" rIns="118707" bIns="11870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Gives </a:t>
          </a:r>
          <a:r>
            <a:rPr lang="en-GB" sz="2500" kern="1200" dirty="0"/>
            <a:t>uncertainty</a:t>
          </a:r>
          <a:endParaRPr lang="en-US" sz="2500" kern="1200" dirty="0"/>
        </a:p>
      </dsp:txBody>
      <dsp:txXfrm>
        <a:off x="1295494" y="2804579"/>
        <a:ext cx="4420677" cy="1121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438776-EA9C-4562-92BF-54E65336322D}">
      <dsp:nvSpPr>
        <dsp:cNvPr id="0" name=""/>
        <dsp:cNvSpPr/>
      </dsp:nvSpPr>
      <dsp:spPr>
        <a:xfrm>
          <a:off x="0" y="29563"/>
          <a:ext cx="5716172" cy="11216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B8E78D-9F73-4B1B-9AF4-F1D3E66696D9}">
      <dsp:nvSpPr>
        <dsp:cNvPr id="0" name=""/>
        <dsp:cNvSpPr/>
      </dsp:nvSpPr>
      <dsp:spPr>
        <a:xfrm>
          <a:off x="339296" y="252848"/>
          <a:ext cx="616902" cy="6169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CA0FB-1745-4DB1-84B7-1AD3D92F6893}">
      <dsp:nvSpPr>
        <dsp:cNvPr id="0" name=""/>
        <dsp:cNvSpPr/>
      </dsp:nvSpPr>
      <dsp:spPr>
        <a:xfrm>
          <a:off x="1295494" y="479"/>
          <a:ext cx="4420677" cy="11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07" tIns="118707" rIns="118707" bIns="11870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Optimizes to find one parameter</a:t>
          </a:r>
        </a:p>
      </dsp:txBody>
      <dsp:txXfrm>
        <a:off x="1295494" y="479"/>
        <a:ext cx="4420677" cy="1121640"/>
      </dsp:txXfrm>
    </dsp:sp>
    <dsp:sp modelId="{438AC842-7F4E-4E97-93F2-B2F893740B9C}">
      <dsp:nvSpPr>
        <dsp:cNvPr id="0" name=""/>
        <dsp:cNvSpPr/>
      </dsp:nvSpPr>
      <dsp:spPr>
        <a:xfrm>
          <a:off x="0" y="1402529"/>
          <a:ext cx="5716172" cy="11216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176F1-B82A-4436-834E-9E0F0F4CAB5B}">
      <dsp:nvSpPr>
        <dsp:cNvPr id="0" name=""/>
        <dsp:cNvSpPr/>
      </dsp:nvSpPr>
      <dsp:spPr>
        <a:xfrm>
          <a:off x="339296" y="1654898"/>
          <a:ext cx="616902" cy="6169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009A9-A83C-4A9A-8E93-264225309C32}">
      <dsp:nvSpPr>
        <dsp:cNvPr id="0" name=""/>
        <dsp:cNvSpPr/>
      </dsp:nvSpPr>
      <dsp:spPr>
        <a:xfrm>
          <a:off x="1295494" y="1402529"/>
          <a:ext cx="4420677" cy="11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07" tIns="118707" rIns="118707" bIns="11870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Fast</a:t>
          </a:r>
        </a:p>
      </dsp:txBody>
      <dsp:txXfrm>
        <a:off x="1295494" y="1402529"/>
        <a:ext cx="4420677" cy="1121640"/>
      </dsp:txXfrm>
    </dsp:sp>
    <dsp:sp modelId="{40CE8658-A976-4512-911A-1C460F187222}">
      <dsp:nvSpPr>
        <dsp:cNvPr id="0" name=""/>
        <dsp:cNvSpPr/>
      </dsp:nvSpPr>
      <dsp:spPr>
        <a:xfrm>
          <a:off x="0" y="2804579"/>
          <a:ext cx="5716172" cy="11216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6B9A54-7886-4CCC-A49B-249426618C31}">
      <dsp:nvSpPr>
        <dsp:cNvPr id="0" name=""/>
        <dsp:cNvSpPr/>
      </dsp:nvSpPr>
      <dsp:spPr>
        <a:xfrm>
          <a:off x="339296" y="3056948"/>
          <a:ext cx="616902" cy="6169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81CB1-C228-48AC-A027-C98BF853F8D0}">
      <dsp:nvSpPr>
        <dsp:cNvPr id="0" name=""/>
        <dsp:cNvSpPr/>
      </dsp:nvSpPr>
      <dsp:spPr>
        <a:xfrm>
          <a:off x="1295494" y="2804579"/>
          <a:ext cx="4420677" cy="11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07" tIns="118707" rIns="118707" bIns="11870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Overconfident in predictions</a:t>
          </a:r>
        </a:p>
      </dsp:txBody>
      <dsp:txXfrm>
        <a:off x="1295494" y="2804579"/>
        <a:ext cx="4420677" cy="1121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34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31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7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36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79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77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54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58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78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1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7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73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4A9C3-D62E-E047-3119-D75C5402E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dirty="0"/>
              <a:t>Bayesian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433EA-815B-57CE-E119-2F6952AD9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642349"/>
            <a:ext cx="5322013" cy="1148852"/>
          </a:xfrm>
        </p:spPr>
        <p:txBody>
          <a:bodyPr>
            <a:normAutofit/>
          </a:bodyPr>
          <a:lstStyle/>
          <a:p>
            <a:r>
              <a:rPr lang="en-US" dirty="0"/>
              <a:t>Stochastic Gradient Langevin Dynamics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BDCB2-39DB-8FDD-F016-7753947CE1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99" r="27213" b="2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377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E52EBF-2050-DB25-2574-E1A0D831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1371030"/>
          </a:xfrm>
        </p:spPr>
        <p:txBody>
          <a:bodyPr>
            <a:normAutofit/>
          </a:bodyPr>
          <a:lstStyle/>
          <a:p>
            <a:r>
              <a:rPr lang="en-US" dirty="0"/>
              <a:t>Classical Vs Bayesian Machine Learning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BEC1BB92-F44B-7121-8E01-DC734EB5BA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6050219"/>
              </p:ext>
            </p:extLst>
          </p:nvPr>
        </p:nvGraphicFramePr>
        <p:xfrm>
          <a:off x="6362114" y="2445523"/>
          <a:ext cx="5716172" cy="3926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3715A5-8048-453E-A44A-0F17BBB48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DADBE13B-12E8-6AA3-CE95-BBB43E8D94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3331887"/>
              </p:ext>
            </p:extLst>
          </p:nvPr>
        </p:nvGraphicFramePr>
        <p:xfrm>
          <a:off x="322971" y="2445524"/>
          <a:ext cx="5716172" cy="3926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68012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2008-51D4-5A6E-F6BA-C2490FD4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982" y="914400"/>
            <a:ext cx="8736037" cy="923330"/>
          </a:xfrm>
        </p:spPr>
        <p:txBody>
          <a:bodyPr/>
          <a:lstStyle/>
          <a:p>
            <a:r>
              <a:rPr lang="en-US" dirty="0"/>
              <a:t>Monte Carlo Markov Chain (</a:t>
            </a:r>
            <a:r>
              <a:rPr lang="en-US" dirty="0" err="1"/>
              <a:t>McMC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6941B6-AFFF-3E70-5486-125C6863163D}"/>
              </a:ext>
            </a:extLst>
          </p:cNvPr>
          <p:cNvSpPr txBox="1"/>
          <p:nvPr/>
        </p:nvSpPr>
        <p:spPr>
          <a:xfrm>
            <a:off x="1312985" y="1762254"/>
            <a:ext cx="95660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MCMC produces a </a:t>
            </a:r>
            <a:r>
              <a:rPr lang="en-IE" dirty="0"/>
              <a:t>sequence of correlated, approximate samples from a target distribution </a:t>
            </a:r>
            <a:r>
              <a:rPr lang="el-GR" dirty="0"/>
              <a:t>π(θ).</a:t>
            </a:r>
            <a:r>
              <a:rPr lang="en-IE" dirty="0"/>
              <a:t> This sequence follows a random walk, with Markov steps. A sample is accepted or rejected according to the Metropolis Hastings Algorithm. </a:t>
            </a:r>
            <a:endParaRPr lang="en-IE" dirty="0">
              <a:effectLst/>
            </a:endParaRP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0AFB3D-67D7-6377-72DD-54B3EFA0FC49}"/>
              </a:ext>
            </a:extLst>
          </p:cNvPr>
          <p:cNvSpPr txBox="1"/>
          <p:nvPr/>
        </p:nvSpPr>
        <p:spPr>
          <a:xfrm>
            <a:off x="1461868" y="6161649"/>
            <a:ext cx="9268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MCMC is asymptotically exact: given infinite time, the samples it produces converge to </a:t>
            </a:r>
            <a:r>
              <a:rPr lang="el-GR" dirty="0"/>
              <a:t>π(θ)</a:t>
            </a:r>
            <a:endParaRPr lang="en-US" dirty="0"/>
          </a:p>
          <a:p>
            <a:endParaRPr lang="en-US" dirty="0"/>
          </a:p>
        </p:txBody>
      </p:sp>
      <p:pic>
        <p:nvPicPr>
          <p:cNvPr id="14" name="Content Placeholder 13" descr="A drawing of a plate with green and blue dots&#10;&#10;AI-generated content may be incorrect.">
            <a:extLst>
              <a:ext uri="{FF2B5EF4-FFF2-40B4-BE49-F238E27FC236}">
                <a16:creationId xmlns:a16="http://schemas.microsoft.com/office/drawing/2014/main" id="{5A6FF0AC-D8E1-047F-256F-EDAEDD48D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8365" y="2689660"/>
            <a:ext cx="5835270" cy="3359448"/>
          </a:xfrm>
        </p:spPr>
      </p:pic>
    </p:spTree>
    <p:extLst>
      <p:ext uri="{BB962C8B-B14F-4D97-AF65-F5344CB8AC3E}">
        <p14:creationId xmlns:p14="http://schemas.microsoft.com/office/powerpoint/2010/main" val="243209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87198-3B30-91E5-1DCE-C5982B822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Langevin Dynamics</a:t>
            </a:r>
          </a:p>
        </p:txBody>
      </p:sp>
      <p:cxnSp>
        <p:nvCxnSpPr>
          <p:cNvPr id="33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diagram of a circle with text&#10;&#10;AI-generated content may be incorrect.">
            <a:extLst>
              <a:ext uri="{FF2B5EF4-FFF2-40B4-BE49-F238E27FC236}">
                <a16:creationId xmlns:a16="http://schemas.microsoft.com/office/drawing/2014/main" id="{A1D9F366-E3F5-4932-41FB-C61FC6962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7" y="2535545"/>
            <a:ext cx="6204789" cy="26835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8A3630-7A5C-FF1D-10D7-1B79A786FD44}"/>
                  </a:ext>
                </a:extLst>
              </p:cNvPr>
              <p:cNvSpPr txBox="1"/>
              <p:nvPr/>
            </p:nvSpPr>
            <p:spPr>
              <a:xfrm>
                <a:off x="6346176" y="914399"/>
                <a:ext cx="5138688" cy="57701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Finding an estimate of parameters is done by maximizing the log joint probability:</a:t>
                </a:r>
              </a:p>
              <a:p>
                <a:pPr>
                  <a:spcAft>
                    <a:spcPts val="600"/>
                  </a:spcAft>
                </a:pPr>
                <a:endParaRPr lang="en-US" sz="1700" i="1" dirty="0"/>
              </a:p>
              <a:p>
                <a:pPr>
                  <a:spcAft>
                    <a:spcPts val="600"/>
                  </a:spcAft>
                </a:pPr>
                <a:endParaRPr lang="en-US" sz="2200" dirty="0"/>
              </a:p>
              <a:p>
                <a:pPr>
                  <a:spcAft>
                    <a:spcPts val="600"/>
                  </a:spcAft>
                </a:pPr>
                <a:endParaRPr lang="en-US" sz="2200" dirty="0"/>
              </a:p>
              <a:p>
                <a:pPr>
                  <a:spcAft>
                    <a:spcPts val="600"/>
                  </a:spcAft>
                </a:pPr>
                <a:endParaRPr lang="en-US" sz="1700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This is done by taking gradient descent, with:              </a:t>
                </a:r>
                <a14:m>
                  <m:oMath xmlns:m="http://schemas.openxmlformats.org/officeDocument/2006/math">
                    <m:r>
                      <a:rPr lang="en-US" b="0" i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endParaRPr lang="en-US" sz="1700" dirty="0"/>
              </a:p>
              <a:p>
                <a:pPr>
                  <a:spcAft>
                    <a:spcPts val="600"/>
                  </a:spcAft>
                </a:pPr>
                <a:r>
                  <a:rPr lang="en-US" sz="1900" b="1" dirty="0"/>
                  <a:t>Langevin Update: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  <a:p>
                <a:pPr indent="-2286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700" dirty="0"/>
              </a:p>
              <a:p>
                <a:pPr>
                  <a:spcAft>
                    <a:spcPts val="600"/>
                  </a:spcAft>
                </a:pPr>
                <a:r>
                  <a:rPr lang="en-US" sz="1900" b="1" dirty="0"/>
                  <a:t>Gaussian Update:</a:t>
                </a:r>
                <a:r>
                  <a:rPr lang="en-US" sz="19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indent="-2286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700" dirty="0"/>
              </a:p>
              <a:p>
                <a:r>
                  <a:rPr lang="en-IE" dirty="0"/>
                  <a:t>Including the gradient information into the proposal helps with performance in </a:t>
                </a:r>
                <a:r>
                  <a:rPr lang="en-IE" b="1" dirty="0"/>
                  <a:t>high-dimensional</a:t>
                </a:r>
                <a:r>
                  <a:rPr lang="en-IE" dirty="0"/>
                  <a:t> spaces </a:t>
                </a:r>
                <a:endParaRPr lang="en-IE" dirty="0">
                  <a:effectLst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8A3630-7A5C-FF1D-10D7-1B79A786F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176" y="914399"/>
                <a:ext cx="5138688" cy="5770180"/>
              </a:xfrm>
              <a:prstGeom prst="rect">
                <a:avLst/>
              </a:prstGeom>
              <a:blipFill>
                <a:blip r:embed="rId3"/>
                <a:stretch>
                  <a:fillRect l="-985" t="-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74F55EAE-B85E-4627-8328-48EA12DD6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636" y="1930920"/>
            <a:ext cx="5596355" cy="71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44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C48E6-7D79-A776-30A4-5F4E19D9B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809297"/>
          </a:xfrm>
        </p:spPr>
        <p:txBody>
          <a:bodyPr/>
          <a:lstStyle/>
          <a:p>
            <a:r>
              <a:rPr lang="en-US" dirty="0"/>
              <a:t>Stochastic Gradient Langevin Dynamics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D2B388-A1E7-ED49-0719-9A75C111B3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0635" y="1723697"/>
                <a:ext cx="10691265" cy="423819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Introduced by Welling and Teh (2011) </a:t>
                </a:r>
              </a:p>
              <a:p>
                <a:r>
                  <a:rPr lang="en-US" dirty="0"/>
                  <a:t>Update using Langevin Dynamics is highly </a:t>
                </a:r>
                <a:r>
                  <a:rPr lang="en-US" b="1" dirty="0"/>
                  <a:t>computationally expensive </a:t>
                </a:r>
                <a:r>
                  <a:rPr lang="en-US" dirty="0"/>
                  <a:t>it requires </a:t>
                </a:r>
                <a:r>
                  <a:rPr lang="en-IE" dirty="0"/>
                  <a:t>computing the gradient over the entire dataset</a:t>
                </a:r>
              </a:p>
              <a:p>
                <a:r>
                  <a:rPr lang="en-US" dirty="0"/>
                  <a:t>Main Idea: replace the exact gradient with a stochastic gradient from a minibatch update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Problem: </a:t>
                </a:r>
                <a:r>
                  <a:rPr lang="en-US" dirty="0"/>
                  <a:t>Metropolis Hastings Algorithm requires evaluating the target density</a:t>
                </a:r>
              </a:p>
              <a:p>
                <a:r>
                  <a:rPr lang="en-US" b="1" dirty="0"/>
                  <a:t>Solution:</a:t>
                </a:r>
                <a:r>
                  <a:rPr lang="en-US" dirty="0"/>
                  <a:t> Skip this step entirely! Use justification that as </a:t>
                </a:r>
                <a14:m>
                  <m:oMath xmlns:m="http://schemas.openxmlformats.org/officeDocument/2006/math">
                    <m:r>
                      <a:rPr lang="en-IE" i="1"/>
                      <m:t>𝜖</m:t>
                    </m:r>
                    <m:r>
                      <a:rPr lang="en-IE" i="1"/>
                      <m:t>→0</m:t>
                    </m:r>
                  </m:oMath>
                </a14:m>
                <a:r>
                  <a:rPr lang="en-US" dirty="0"/>
                  <a:t> the proposal is always accepted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D2B388-A1E7-ED49-0719-9A75C111B3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0635" y="1723697"/>
                <a:ext cx="10691265" cy="4238191"/>
              </a:xfrm>
              <a:blipFill>
                <a:blip r:embed="rId2"/>
                <a:stretch>
                  <a:fillRect l="-474" t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315A89EB-4DCD-9219-F7E3-D014047C5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298" y="3513871"/>
            <a:ext cx="57531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55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F14B1-1424-1577-74BB-E741172C3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/>
              <a:t>Applied to simple Classification task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A5743C9-D17F-920D-5B9B-7E308003C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 descr="A group of colored lines with text&#10;&#10;AI-generated content may be incorrect.">
            <a:extLst>
              <a:ext uri="{FF2B5EF4-FFF2-40B4-BE49-F238E27FC236}">
                <a16:creationId xmlns:a16="http://schemas.microsoft.com/office/drawing/2014/main" id="{3FE642D4-BEBE-53FF-60BA-9E812D75CD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666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89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4E20B-B210-CFE9-A182-31520E608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722376"/>
            <a:ext cx="6001512" cy="854170"/>
          </a:xfrm>
        </p:spPr>
        <p:txBody>
          <a:bodyPr>
            <a:normAutofit/>
          </a:bodyPr>
          <a:lstStyle/>
          <a:p>
            <a:r>
              <a:rPr lang="en-US" dirty="0"/>
              <a:t>Possible Future work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E01B7C-58B7-6046-B2E2-10C341F44C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4088" y="1828800"/>
                <a:ext cx="6906534" cy="4656406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AutoNum type="arabicParenR"/>
                </a:pPr>
                <a:r>
                  <a:rPr lang="en-IE" sz="2200" dirty="0"/>
                  <a:t>Use the samplers within a Bayesian Neural Network (Main modern application of SGLD)</a:t>
                </a:r>
              </a:p>
              <a:p>
                <a:pPr marL="457200" indent="-457200">
                  <a:buAutoNum type="arabicParenR"/>
                </a:pPr>
                <a:r>
                  <a:rPr lang="en-IE" sz="2200" dirty="0"/>
                  <a:t>Apply the algorithms to tasks beyond binary classification </a:t>
                </a:r>
              </a:p>
              <a:p>
                <a:pPr marL="457200" indent="-457200">
                  <a:buAutoNum type="arabicParenR"/>
                </a:pPr>
                <a:r>
                  <a:rPr lang="en-IE" sz="2200" dirty="0"/>
                  <a:t>Implement improved variants of SGLD (e.g., momentum-based or preconditioned versions)</a:t>
                </a:r>
              </a:p>
              <a:p>
                <a:pPr marL="457200" indent="-457200">
                  <a:buAutoNum type="arabicParenR"/>
                </a:pPr>
                <a:r>
                  <a:rPr lang="en-US" sz="2200" dirty="0"/>
                  <a:t>Apply to more challenging datasets (e.g., </a:t>
                </a:r>
                <a:r>
                  <a:rPr lang="en-IE" sz="2200" dirty="0"/>
                  <a:t>multi-class classification)</a:t>
                </a:r>
              </a:p>
              <a:p>
                <a:pPr marL="457200" indent="-457200">
                  <a:buAutoNum type="arabicParenR"/>
                </a:pPr>
                <a:r>
                  <a:rPr lang="en-US" sz="2200" dirty="0"/>
                  <a:t>Investigate further intricacies of the algorithm     (e.g., step-size selection </a:t>
                </a:r>
                <a14:m>
                  <m:oMath xmlns:m="http://schemas.openxmlformats.org/officeDocument/2006/math">
                    <m:r>
                      <a:rPr lang="en-IE" sz="22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200" dirty="0"/>
                  <a:t>)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E01B7C-58B7-6046-B2E2-10C341F44C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4088" y="1828800"/>
                <a:ext cx="6906534" cy="4656406"/>
              </a:xfrm>
              <a:blipFill>
                <a:blip r:embed="rId2"/>
                <a:stretch>
                  <a:fillRect l="-1101" t="-545" r="-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 descr="Network Diagram">
            <a:extLst>
              <a:ext uri="{FF2B5EF4-FFF2-40B4-BE49-F238E27FC236}">
                <a16:creationId xmlns:a16="http://schemas.microsoft.com/office/drawing/2014/main" id="{B0FDDA6A-7FB4-ED86-F589-DF86A9BE5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2678" y="1951854"/>
            <a:ext cx="3933939" cy="393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5926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309</Words>
  <Application>Microsoft Macintosh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Calisto MT</vt:lpstr>
      <vt:lpstr>Cambria Math</vt:lpstr>
      <vt:lpstr>Univers Condensed</vt:lpstr>
      <vt:lpstr>ChronicleVTI</vt:lpstr>
      <vt:lpstr>Bayesian Machine Learning</vt:lpstr>
      <vt:lpstr>Classical Vs Bayesian Machine Learning</vt:lpstr>
      <vt:lpstr>Monte Carlo Markov Chain (McMC)</vt:lpstr>
      <vt:lpstr>Langevin Dynamics</vt:lpstr>
      <vt:lpstr>Stochastic Gradient Langevin Dynamics</vt:lpstr>
      <vt:lpstr>Applied to simple Classification task</vt:lpstr>
      <vt:lpstr>Possible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Gallagher</dc:creator>
  <cp:lastModifiedBy>Matthew Gallagher</cp:lastModifiedBy>
  <cp:revision>4</cp:revision>
  <dcterms:created xsi:type="dcterms:W3CDTF">2025-12-04T19:27:10Z</dcterms:created>
  <dcterms:modified xsi:type="dcterms:W3CDTF">2025-12-04T23:15:59Z</dcterms:modified>
</cp:coreProperties>
</file>